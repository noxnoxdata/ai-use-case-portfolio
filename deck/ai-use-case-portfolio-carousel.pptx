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731520" cy="7315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BUILD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words I was nodding along to.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02920" y="36118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Ontology. Knowledge graph. Semantic layer. Jev. I built a tiny tool to understand the difference.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6812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project on meaning, governance, and shared data.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49240" y="68122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82478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0" y="82478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team brings AI ideas. Almost nobody can triage them.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5852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2514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Divergent vocabulary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8620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risk, and value mean five different things.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657600"/>
            <a:ext cx="5852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3840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last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41879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arrive after the build, if at all.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983480"/>
            <a:ext cx="5852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5166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wins buried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55138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and high risk sit side by side.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6309360"/>
            <a:ext cx="5852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6492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6492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shared foundation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68397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 case rebuilds the same data.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82478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69280" y="82478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score is an opinion. A gate is a rule.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5852160" cy="2103120"/>
          </a:xfrm>
          <a:prstGeom prst="roundRect">
            <a:avLst>
              <a:gd name="adj" fmla="val 3478"/>
            </a:avLst>
          </a:prstGeom>
          <a:solidFill>
            <a:srgbClr val="FBEDE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14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ALONE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invites arguing.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can be scored upward.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a bad idea from winning.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617720"/>
            <a:ext cx="5852160" cy="2103120"/>
          </a:xfrm>
          <a:prstGeom prst="roundRect">
            <a:avLst>
              <a:gd name="adj" fmla="val 3478"/>
            </a:avLst>
          </a:prstGeom>
          <a:solidFill>
            <a:srgbClr val="E8F4F1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800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PLUS GATES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52120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meaning first.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gates before any score.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control cannot be out-scored.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70866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gates first. Then score what survives.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82478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82478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ONTOLOGY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ontology is a fight about words, written down so the code can referee.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251460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diagram. An agreement: what a use case is, what risk means, which data is allowed, and how they connect.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3611880"/>
            <a:ext cx="5852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78561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has an owner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480560"/>
            <a:ext cx="5852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5429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3 needs a human check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49240"/>
            <a:ext cx="5852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52297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data only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6217920"/>
            <a:ext cx="5852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39165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links to account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72694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Meaning, written down.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82478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0" y="82478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driven by the ontology.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5852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677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6243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and tiers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3017520"/>
            <a:ext cx="0" cy="301752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2920" y="3319272"/>
            <a:ext cx="5852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3814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control, source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4187952"/>
            <a:ext cx="0" cy="301752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" y="4489704"/>
            <a:ext cx="5852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60857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9651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100, explained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5358384"/>
            <a:ext cx="0" cy="301752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" y="5660136"/>
            <a:ext cx="5852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7790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Bucket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613562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Next, Later, Hold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6528816"/>
            <a:ext cx="0" cy="301752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2920" y="6830568"/>
            <a:ext cx="5852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6949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layer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730605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reuse and cover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82478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0" y="82478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high score cannot rescue a missing control.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58521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640080"/>
                <a:gridCol w="73152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Q&amp;A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 Extraction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Memo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160520"/>
            <a:ext cx="5852160" cy="1783080"/>
          </a:xfrm>
          <a:prstGeom prst="roundRect">
            <a:avLst>
              <a:gd name="adj" fmla="val 4103"/>
            </a:avLst>
          </a:prstGeom>
          <a:solidFill>
            <a:srgbClr val="FBEDE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38912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Credit Memo scores 69 and still stops. Risk tier 3, no named owner, no monitoring, and an unapproved source.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7208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holds the line, not the number.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82478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669280" y="82478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BUCKETS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buckets, four rules.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94560"/>
            <a:ext cx="27889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04088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70+, ready, low effort, no gaps.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194560"/>
            <a:ext cx="27889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5888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675888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55+, no gaps.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4937760"/>
            <a:ext cx="27889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5120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5394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04088" y="6355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gaps, low score.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4937760"/>
            <a:ext cx="27889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5120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5394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675888" y="6355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governance gap.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82478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69280" y="82478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foundation, not twelve.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194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showed up in 7 of 12 use cases.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2907792"/>
            <a:ext cx="3291840" cy="182880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2907792"/>
            <a:ext cx="1920240" cy="182880"/>
          </a:xfrm>
          <a:prstGeom prst="roundRect">
            <a:avLst>
              <a:gd name="adj" fmla="val 50000"/>
            </a:avLst>
          </a:prstGeom>
          <a:solidFill>
            <a:srgbClr val="0E8A7D"/>
          </a:solidFill>
          <a:ln w="12700">
            <a:solidFill>
              <a:srgbClr val="0E8A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0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call_transcript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3566160"/>
            <a:ext cx="3291840" cy="182880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3566160"/>
            <a:ext cx="1097280" cy="182880"/>
          </a:xfrm>
          <a:prstGeom prst="roundRect">
            <a:avLst>
              <a:gd name="adj" fmla="val 50000"/>
            </a:avLst>
          </a:prstGeom>
          <a:solidFill>
            <a:srgbClr val="0E8A7D"/>
          </a:solidFill>
          <a:ln w="12700">
            <a:solidFill>
              <a:srgbClr val="0E8A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34930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513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4224528"/>
            <a:ext cx="3291840" cy="182880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4224528"/>
            <a:ext cx="1097280" cy="182880"/>
          </a:xfrm>
          <a:prstGeom prst="roundRect">
            <a:avLst>
              <a:gd name="adj" fmla="val 50000"/>
            </a:avLst>
          </a:prstGeom>
          <a:solidFill>
            <a:srgbClr val="0E8A7D"/>
          </a:solidFill>
          <a:ln w="12700">
            <a:solidFill>
              <a:srgbClr val="0E8A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41513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8097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94560" y="4882896"/>
            <a:ext cx="3291840" cy="182880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4882896"/>
            <a:ext cx="1097280" cy="182880"/>
          </a:xfrm>
          <a:prstGeom prst="roundRect">
            <a:avLst>
              <a:gd name="adj" fmla="val 50000"/>
            </a:avLst>
          </a:prstGeom>
          <a:solidFill>
            <a:srgbClr val="0E8A7D"/>
          </a:solidFill>
          <a:ln w="12700">
            <a:solidFill>
              <a:srgbClr val="0E8A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48097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4681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94560" y="5541264"/>
            <a:ext cx="3291840" cy="182880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4560" y="5541264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0E8A7D"/>
          </a:solidFill>
          <a:ln w="12700">
            <a:solidFill>
              <a:srgbClr val="0E8A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54681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6309360"/>
            <a:ext cx="5852160" cy="1188720"/>
          </a:xfrm>
          <a:prstGeom prst="roundRect">
            <a:avLst>
              <a:gd name="adj" fmla="val 6154"/>
            </a:avLst>
          </a:prstGeom>
          <a:solidFill>
            <a:srgbClr val="E8F4F1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6510528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layer: customer, policy, document, call_transcript.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the sample can run on it.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82478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69280" y="82478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real, what is invented, what is a judgement.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2194560"/>
            <a:ext cx="5852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591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ontology, the gates, the deterministic score, the shared-layer maths.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886200"/>
            <a:ext cx="5852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0507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 use cases and the 1 to 5 values. Synthetic, not employer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5577840"/>
            <a:ext cx="5852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742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0807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weights, the bucket rules, and the simplified risk tiers.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7223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tool only works if readers can tell the three apart.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82478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0" y="82478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737360"/>
            <a:ext cx="585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is the easy part.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agreement is the work.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45262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5029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github.com/noxnoxdata/ai-use-case-portfolio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852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Bridget Moh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949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build. Then argue with the definitions.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82478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0" y="82478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words I was nodding along to</dc:title>
  <dc:subject>PptxGenJS Presentation</dc:subject>
  <dc:creator>Bridget Moh</dc:creator>
  <cp:lastModifiedBy>Bridget Moh</cp:lastModifiedBy>
  <cp:revision>1</cp:revision>
  <dcterms:created xsi:type="dcterms:W3CDTF">2026-10-17T10:28:15Z</dcterms:created>
  <dcterms:modified xsi:type="dcterms:W3CDTF">2026-10-17T10:28:15Z</dcterms:modified>
</cp:coreProperties>
</file>