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6858000" cy="8572500"/>
  <p:notesSz cx="85725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731520" cy="73152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548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BUILD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5852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words I was nodding along to.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0292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Ontology. Knowledge graph. Semantic layer. Jev. I built a tiny tool to understand the difference.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6812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portfolio project on meaning, governance, and shared data.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349240" y="68122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82478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Portfolio Analyzer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669280" y="82478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team brings AI ideas. Almost nobody can triage them.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2331720"/>
            <a:ext cx="58521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34440" y="2514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Divergent vocabulary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286207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Customer, risk, and value mean five different things.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3657600"/>
            <a:ext cx="58521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34440" y="3840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last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41879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arrive after the build, if at all.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4983480"/>
            <a:ext cx="58521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166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34440" y="51663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wins buried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551383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value and high risk sit side by side.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6309360"/>
            <a:ext cx="58521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6492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34440" y="6492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shared foundation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34440" y="683971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 case rebuilds the same data.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82478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Portfolio Analyzer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669280" y="82478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score is an opinion. A gate is a rule.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331720"/>
            <a:ext cx="5852160" cy="2103120"/>
          </a:xfrm>
          <a:prstGeom prst="roundRect">
            <a:avLst>
              <a:gd name="adj" fmla="val 3478"/>
            </a:avLst>
          </a:prstGeom>
          <a:solidFill>
            <a:srgbClr val="FBEDEA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514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ALONE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92608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invites arguing.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can be scored upward.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stops a bad idea from winning.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4617720"/>
            <a:ext cx="5852160" cy="2103120"/>
          </a:xfrm>
          <a:prstGeom prst="roundRect">
            <a:avLst>
              <a:gd name="adj" fmla="val 3478"/>
            </a:avLst>
          </a:prstGeom>
          <a:solidFill>
            <a:srgbClr val="E8F4F1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800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ONTOLOGY PLUS GATES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521208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meaning first.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gates before any score.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control cannot be out-scored.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70866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 gates first. Then score what survives.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82478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Portfolio Analyzer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82478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ONTOLOGY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5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ontology is a fight about words, written down so the code can referee.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251460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diagram. An agreement: what a use case is, what risk means, which data is allowed, and how they connect.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3611880"/>
            <a:ext cx="5852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785616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has an owner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4480560"/>
            <a:ext cx="5852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654296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tier 3 needs a human check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5349240"/>
            <a:ext cx="5852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5522976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data only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6217920"/>
            <a:ext cx="5852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6391656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links to account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72694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Meaning, written down.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82478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Portfolio Analyzer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669280" y="82478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pipeline, driven by the ontology.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58521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26771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62432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and tiers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3017520"/>
            <a:ext cx="0" cy="301752"/>
          </a:xfrm>
          <a:prstGeom prst="line">
            <a:avLst/>
          </a:prstGeom>
          <a:noFill/>
          <a:ln w="31750">
            <a:solidFill>
              <a:srgbClr val="F2A90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02920" y="3319272"/>
            <a:ext cx="58521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438144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7947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Owner, control, source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29000" y="4187952"/>
            <a:ext cx="0" cy="301752"/>
          </a:xfrm>
          <a:prstGeom prst="line">
            <a:avLst/>
          </a:prstGeom>
          <a:noFill/>
          <a:ln w="31750">
            <a:solidFill>
              <a:srgbClr val="F2A90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02920" y="4489704"/>
            <a:ext cx="58521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608576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496519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to 100, explained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29000" y="5358384"/>
            <a:ext cx="0" cy="301752"/>
          </a:xfrm>
          <a:prstGeom prst="line">
            <a:avLst/>
          </a:prstGeom>
          <a:noFill/>
          <a:ln w="31750">
            <a:solidFill>
              <a:srgbClr val="F2A90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02920" y="5660136"/>
            <a:ext cx="58521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77900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Bucket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31520" y="6135624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Now, Next, Later, Hold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29000" y="6528816"/>
            <a:ext cx="0" cy="301752"/>
          </a:xfrm>
          <a:prstGeom prst="line">
            <a:avLst/>
          </a:prstGeom>
          <a:noFill/>
          <a:ln w="31750">
            <a:solidFill>
              <a:srgbClr val="F2A90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02920" y="6830568"/>
            <a:ext cx="58521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6949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layer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31520" y="7306056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reuse and cover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82478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Portfolio Analyzer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669280" y="82478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high score cannot rescue a missing control.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11680"/>
          <a:ext cx="58521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640080"/>
                <a:gridCol w="73152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Q&amp;A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KYC Extraction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 Memo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160520"/>
            <a:ext cx="5852160" cy="1783080"/>
          </a:xfrm>
          <a:prstGeom prst="roundRect">
            <a:avLst>
              <a:gd name="adj" fmla="val 4103"/>
            </a:avLst>
          </a:prstGeom>
          <a:solidFill>
            <a:srgbClr val="FBEDEA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389120"/>
            <a:ext cx="5394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Credit Memo scores 69 and still stops. Risk tier 3, no named owner, no monitoring, and an unapproved source.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2920" y="67208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holds the line, not the number.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82478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Portfolio Analyzer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669280" y="82478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BUCKETS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buckets, four rules.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194560"/>
            <a:ext cx="278892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4088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2651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04088" y="3611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70+, ready, low effort, no gaps.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0" y="2194560"/>
            <a:ext cx="278892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75888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0" y="2651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675888" y="3611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55+, no gaps.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4937760"/>
            <a:ext cx="278892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4088" y="5120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5394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704088" y="63550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gaps, low score.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74720" y="4937760"/>
            <a:ext cx="278892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5888" y="5120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0" y="5394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3675888" y="63550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governance gap.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82478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Portfolio Analyzer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669280" y="82478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LAYER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foundation, not twelve.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1945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data showed up in 7 of 12 use cases.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834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94560" y="2907792"/>
            <a:ext cx="3291840" cy="182880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94560" y="2907792"/>
            <a:ext cx="1920240" cy="182880"/>
          </a:xfrm>
          <a:prstGeom prst="roundRect">
            <a:avLst>
              <a:gd name="adj" fmla="val 50000"/>
            </a:avLst>
          </a:prstGeom>
          <a:solidFill>
            <a:srgbClr val="0E8A7D"/>
          </a:solidFill>
          <a:ln w="12700">
            <a:solidFill>
              <a:srgbClr val="0E8A7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23560" y="28346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349300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call_transcript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94560" y="3566160"/>
            <a:ext cx="3291840" cy="182880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94560" y="3566160"/>
            <a:ext cx="1097280" cy="182880"/>
          </a:xfrm>
          <a:prstGeom prst="roundRect">
            <a:avLst>
              <a:gd name="adj" fmla="val 50000"/>
            </a:avLst>
          </a:prstGeom>
          <a:solidFill>
            <a:srgbClr val="0E8A7D"/>
          </a:solidFill>
          <a:ln w="12700">
            <a:solidFill>
              <a:srgbClr val="0E8A7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23560" y="349300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415137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94560" y="4224528"/>
            <a:ext cx="3291840" cy="182880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94560" y="4224528"/>
            <a:ext cx="1097280" cy="182880"/>
          </a:xfrm>
          <a:prstGeom prst="roundRect">
            <a:avLst>
              <a:gd name="adj" fmla="val 50000"/>
            </a:avLst>
          </a:prstGeom>
          <a:solidFill>
            <a:srgbClr val="0E8A7D"/>
          </a:solidFill>
          <a:ln w="12700">
            <a:solidFill>
              <a:srgbClr val="0E8A7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23560" y="415137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48097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194560" y="4882896"/>
            <a:ext cx="3291840" cy="182880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94560" y="4882896"/>
            <a:ext cx="1097280" cy="182880"/>
          </a:xfrm>
          <a:prstGeom prst="roundRect">
            <a:avLst>
              <a:gd name="adj" fmla="val 50000"/>
            </a:avLst>
          </a:prstGeom>
          <a:solidFill>
            <a:srgbClr val="0E8A7D"/>
          </a:solidFill>
          <a:ln w="12700">
            <a:solidFill>
              <a:srgbClr val="0E8A7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23560" y="480974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54681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194560" y="5541264"/>
            <a:ext cx="3291840" cy="182880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5541264"/>
            <a:ext cx="822960" cy="182880"/>
          </a:xfrm>
          <a:prstGeom prst="roundRect">
            <a:avLst>
              <a:gd name="adj" fmla="val 50000"/>
            </a:avLst>
          </a:prstGeom>
          <a:solidFill>
            <a:srgbClr val="0E8A7D"/>
          </a:solidFill>
          <a:ln w="12700">
            <a:solidFill>
              <a:srgbClr val="0E8A7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23560" y="54681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6309360"/>
            <a:ext cx="5852160" cy="1188720"/>
          </a:xfrm>
          <a:prstGeom prst="roundRect">
            <a:avLst>
              <a:gd name="adj" fmla="val 6154"/>
            </a:avLst>
          </a:prstGeom>
          <a:solidFill>
            <a:srgbClr val="E8F4F1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6510528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layer: customer, policy, document, call_transcript.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the sample can run on it.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" y="82478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Portfolio Analyzer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669280" y="82478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5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real, what is invented, what is a judgement.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2194560"/>
            <a:ext cx="5852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5915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ontology, the gates, the deterministic score, the shared-layer maths.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3886200"/>
            <a:ext cx="5852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05079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38912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12 use cases and the 1 to 5 values. Synthetic, not employer data.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5577840"/>
            <a:ext cx="5852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74243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JUDGEMENT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608076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weights, the bucket rules, and the simplified risk tiers.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72237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portfolio tool only works if readers can tell the three apart.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82478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Portfolio Analyzer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669280" y="82478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737360"/>
            <a:ext cx="5852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is the easy part.</a:t>
            </a:r>
            <a:endParaRPr lang="en-US" sz="3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agreement is the work.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45262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Portfolio Analyzer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2920" y="50292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github.com/noxnoxdata/ai-use-case-portfolio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5852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Bridget Moh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694944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Arguing with a dictionary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82478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Portfolio Analyzer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0" y="82478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words I was nodding along to</dc:title>
  <dc:subject>PptxGenJS Presentation</dc:subject>
  <dc:creator>Bridget Moh</dc:creator>
  <cp:lastModifiedBy>Bridget Moh</cp:lastModifiedBy>
  <cp:revision>1</cp:revision>
  <dcterms:created xsi:type="dcterms:W3CDTF">2026-10-17T10:25:05Z</dcterms:created>
  <dcterms:modified xsi:type="dcterms:W3CDTF">2026-10-17T10:25:05Z</dcterms:modified>
</cp:coreProperties>
</file>