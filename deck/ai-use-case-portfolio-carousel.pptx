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6858000" cy="8572500"/>
  <p:notesSz cx="8572500" cy="685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48640"/>
            <a:ext cx="731520" cy="73152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548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2920" y="41148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BUILD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1600200"/>
            <a:ext cx="5852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AI words I was nodding along to.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502920" y="3611880"/>
            <a:ext cx="5760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Ontology. Knowledge graph. Semantic layer. Jev. I built a tiny tool to understand the difference.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02920" y="68122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portfolio project on meaning, governance, and shared data.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349240" y="681228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Swipe →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824788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Use Case Portfolio Analyzer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669280" y="8247888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1/10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8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731520"/>
            <a:ext cx="5852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0F1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team brings AI ideas. Almost nobody can triage them.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2331720"/>
            <a:ext cx="585216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7BD">
                <a:alpha val="2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85800" y="2514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A9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234440" y="25146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Divergent vocabulary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34440" y="2862072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Customer, risk, and value mean five different things.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" y="3657600"/>
            <a:ext cx="585216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7BD">
                <a:alpha val="2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8580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A9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234440" y="384048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Governance last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34440" y="4187952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 arrive after the build, if at all.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4983480"/>
            <a:ext cx="585216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7BD">
                <a:alpha val="2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85800" y="5166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A9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234440" y="51663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wins buried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34440" y="5513832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value and high risk sit side by side.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2920" y="6309360"/>
            <a:ext cx="585216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7BD">
                <a:alpha val="2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85800" y="6492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A9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234440" y="64922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shared foundation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34440" y="6839712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use case rebuilds the same data.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2920" y="824788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Use Case Portfolio Analyzer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5669280" y="8247888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2/10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8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INSIGHT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731520"/>
            <a:ext cx="5852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0F1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score is an opinion. A gate is a rule.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2331720"/>
            <a:ext cx="5852160" cy="2103120"/>
          </a:xfrm>
          <a:prstGeom prst="roundRect">
            <a:avLst>
              <a:gd name="adj" fmla="val 3478"/>
            </a:avLst>
          </a:prstGeom>
          <a:solidFill>
            <a:srgbClr val="FBEDEA"/>
          </a:solidFill>
          <a:ln w="12700">
            <a:solidFill>
              <a:srgbClr val="D7DE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7BD">
                <a:alpha val="2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25146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ALONE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926080"/>
            <a:ext cx="5394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number invites arguing.</a:t>
            </a:r>
            <a:endParaRPr lang="en-US" sz="130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risk can be scored upward.</a:t>
            </a:r>
            <a:endParaRPr lang="en-US" sz="130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stops a bad idea from winning.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4617720"/>
            <a:ext cx="5852160" cy="2103120"/>
          </a:xfrm>
          <a:prstGeom prst="roundRect">
            <a:avLst>
              <a:gd name="adj" fmla="val 3478"/>
            </a:avLst>
          </a:prstGeom>
          <a:solidFill>
            <a:srgbClr val="E8F4F1"/>
          </a:solidFill>
          <a:ln w="12700">
            <a:solidFill>
              <a:srgbClr val="D7DE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7BD">
                <a:alpha val="2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48006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E8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ONTOLOGY PLUS GATES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31520" y="5212080"/>
            <a:ext cx="5394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meaning first.</a:t>
            </a:r>
            <a:endParaRPr lang="en-US" sz="130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gates before any score.</a:t>
            </a:r>
            <a:endParaRPr lang="en-US" sz="130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missing control cannot be out-scored.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02920" y="708660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F1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the gates first. Then score what survives.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02920" y="824788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Use Case Portfolio Analyzer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669280" y="8247888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3/10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8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ONTOLOGY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731520"/>
            <a:ext cx="5852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500" b="1" dirty="0">
                <a:solidFill>
                  <a:srgbClr val="0F1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ontology is a fight about words, written down so the code can referee.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2514600"/>
            <a:ext cx="5852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diagram. An agreement: what a use case is, what risk means, which data is allowed, and how they connect.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3611880"/>
            <a:ext cx="58521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7BD">
                <a:alpha val="2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3785616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has an owner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4480560"/>
            <a:ext cx="58521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7BD">
                <a:alpha val="2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4654296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tier 3 needs a human check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5349240"/>
            <a:ext cx="58521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7BD">
                <a:alpha val="2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31520" y="5522976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data only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02920" y="6217920"/>
            <a:ext cx="58521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7BD">
                <a:alpha val="2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31520" y="6391656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links to account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" y="726948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E8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Meaning, written down.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02920" y="824788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Use Case Portfolio Analyzer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669280" y="8247888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4/10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8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731520"/>
            <a:ext cx="5852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800" b="1" dirty="0">
                <a:solidFill>
                  <a:srgbClr val="0F1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pipeline, driven by the ontology.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2148840"/>
            <a:ext cx="58521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7BD">
                <a:alpha val="2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2267712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2624328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and tiers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429000" y="3017520"/>
            <a:ext cx="0" cy="301752"/>
          </a:xfrm>
          <a:prstGeom prst="line">
            <a:avLst/>
          </a:prstGeom>
          <a:noFill/>
          <a:ln w="31750">
            <a:solidFill>
              <a:srgbClr val="F2A900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502920" y="3319272"/>
            <a:ext cx="58521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7BD">
                <a:alpha val="2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31520" y="3438144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31520" y="379476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Owner, control, source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429000" y="4187952"/>
            <a:ext cx="0" cy="301752"/>
          </a:xfrm>
          <a:prstGeom prst="line">
            <a:avLst/>
          </a:prstGeom>
          <a:noFill/>
          <a:ln w="31750">
            <a:solidFill>
              <a:srgbClr val="F2A900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02920" y="4489704"/>
            <a:ext cx="58521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7BD">
                <a:alpha val="2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31520" y="4608576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31520" y="4965192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to 100, explained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429000" y="5358384"/>
            <a:ext cx="0" cy="301752"/>
          </a:xfrm>
          <a:prstGeom prst="line">
            <a:avLst/>
          </a:prstGeom>
          <a:noFill/>
          <a:ln w="31750">
            <a:solidFill>
              <a:srgbClr val="F2A90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02920" y="5660136"/>
            <a:ext cx="58521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7BD">
                <a:alpha val="2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31520" y="5779008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Bucket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31520" y="6135624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Now, Next, Later, Hold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429000" y="6528816"/>
            <a:ext cx="0" cy="301752"/>
          </a:xfrm>
          <a:prstGeom prst="line">
            <a:avLst/>
          </a:prstGeom>
          <a:noFill/>
          <a:ln w="31750">
            <a:solidFill>
              <a:srgbClr val="F2A900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02920" y="6830568"/>
            <a:ext cx="58521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7BD">
                <a:alpha val="2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31520" y="69494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Shared layer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31520" y="7306056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reuse and cover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2920" y="824788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Use Case Portfolio Analyzer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669280" y="8247888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5/10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8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731520"/>
            <a:ext cx="5852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0F1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high score cannot rescue a missing control.</a:t>
            </a:r>
            <a:endParaRPr lang="en-US" sz="27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011680"/>
          <a:ext cx="585216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640080"/>
                <a:gridCol w="731520"/>
                <a:gridCol w="12801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case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4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4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4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Outcome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4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Policy Q&amp;A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KYC Extraction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Credit Memo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02920" y="4160520"/>
            <a:ext cx="5852160" cy="1783080"/>
          </a:xfrm>
          <a:prstGeom prst="roundRect">
            <a:avLst>
              <a:gd name="adj" fmla="val 4103"/>
            </a:avLst>
          </a:prstGeom>
          <a:solidFill>
            <a:srgbClr val="FBEDEA"/>
          </a:solidFill>
          <a:ln w="12700">
            <a:solidFill>
              <a:srgbClr val="D7DE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7BD">
                <a:alpha val="2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4389120"/>
            <a:ext cx="5394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F1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Credit Memo scores 69 and still stops. Risk tier 3, no named owner, no monitoring, and an unapproved source.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02920" y="672084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E8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 holds the line, not the number.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824788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Use Case Portfolio Analyzer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5669280" y="8247888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6/10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8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BUCKETS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731520"/>
            <a:ext cx="5852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0F1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buckets, four rules.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2194560"/>
            <a:ext cx="278892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7BD">
                <a:alpha val="2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04088" y="2377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E8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" y="26517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1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704088" y="361188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70+, ready, low effort, no gaps.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74720" y="2194560"/>
            <a:ext cx="278892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7BD">
                <a:alpha val="2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75888" y="2377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E8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657600" y="26517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1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3675888" y="361188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55+, no gaps.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4937760"/>
            <a:ext cx="278892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7BD">
                <a:alpha val="2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04088" y="5120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E8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85800" y="53949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1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704088" y="635508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gaps, low score.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474720" y="4937760"/>
            <a:ext cx="278892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7BD">
                <a:alpha val="2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675888" y="5120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E8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657600" y="53949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1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800" dirty="0"/>
          </a:p>
        </p:txBody>
      </p:sp>
      <p:sp>
        <p:nvSpPr>
          <p:cNvPr id="19" name="Text 17"/>
          <p:cNvSpPr/>
          <p:nvPr/>
        </p:nvSpPr>
        <p:spPr>
          <a:xfrm>
            <a:off x="3675888" y="635508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governance gap.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" y="824788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Use Case Portfolio Analyzer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5669280" y="8247888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7/10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8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SHARED LAYER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731520"/>
            <a:ext cx="5852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0F1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foundation, not twelve.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219456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data showed up in 7 of 12 use cases.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28346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194560" y="2907792"/>
            <a:ext cx="3291840" cy="182880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 w="12700">
            <a:solidFill>
              <a:srgbClr val="E6EC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194560" y="2907792"/>
            <a:ext cx="1920240" cy="182880"/>
          </a:xfrm>
          <a:prstGeom prst="roundRect">
            <a:avLst>
              <a:gd name="adj" fmla="val 50000"/>
            </a:avLst>
          </a:prstGeom>
          <a:solidFill>
            <a:srgbClr val="0E8A7D"/>
          </a:solidFill>
          <a:ln w="12700">
            <a:solidFill>
              <a:srgbClr val="0E8A7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23560" y="28346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F1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349300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call_transcript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194560" y="3566160"/>
            <a:ext cx="3291840" cy="182880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 w="12700">
            <a:solidFill>
              <a:srgbClr val="E6EC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194560" y="3566160"/>
            <a:ext cx="1097280" cy="182880"/>
          </a:xfrm>
          <a:prstGeom prst="roundRect">
            <a:avLst>
              <a:gd name="adj" fmla="val 50000"/>
            </a:avLst>
          </a:prstGeom>
          <a:solidFill>
            <a:srgbClr val="0E8A7D"/>
          </a:solidFill>
          <a:ln w="12700">
            <a:solidFill>
              <a:srgbClr val="0E8A7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23560" y="349300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F1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4151376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194560" y="4224528"/>
            <a:ext cx="3291840" cy="182880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 w="12700">
            <a:solidFill>
              <a:srgbClr val="E6EC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194560" y="4224528"/>
            <a:ext cx="1097280" cy="182880"/>
          </a:xfrm>
          <a:prstGeom prst="roundRect">
            <a:avLst>
              <a:gd name="adj" fmla="val 50000"/>
            </a:avLst>
          </a:prstGeom>
          <a:solidFill>
            <a:srgbClr val="0E8A7D"/>
          </a:solidFill>
          <a:ln w="12700">
            <a:solidFill>
              <a:srgbClr val="0E8A7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23560" y="4151376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F1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480974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interaction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194560" y="4882896"/>
            <a:ext cx="3291840" cy="182880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 w="12700">
            <a:solidFill>
              <a:srgbClr val="E6EC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194560" y="4882896"/>
            <a:ext cx="1097280" cy="182880"/>
          </a:xfrm>
          <a:prstGeom prst="roundRect">
            <a:avLst>
              <a:gd name="adj" fmla="val 50000"/>
            </a:avLst>
          </a:prstGeom>
          <a:solidFill>
            <a:srgbClr val="0E8A7D"/>
          </a:solidFill>
          <a:ln w="12700">
            <a:solidFill>
              <a:srgbClr val="0E8A7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23560" y="4809744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F1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48640" y="546811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194560" y="5541264"/>
            <a:ext cx="3291840" cy="182880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 w="12700">
            <a:solidFill>
              <a:srgbClr val="E6ECF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194560" y="5541264"/>
            <a:ext cx="822960" cy="182880"/>
          </a:xfrm>
          <a:prstGeom prst="roundRect">
            <a:avLst>
              <a:gd name="adj" fmla="val 50000"/>
            </a:avLst>
          </a:prstGeom>
          <a:solidFill>
            <a:srgbClr val="0E8A7D"/>
          </a:solidFill>
          <a:ln w="12700">
            <a:solidFill>
              <a:srgbClr val="0E8A7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23560" y="546811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F1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02920" y="6309360"/>
            <a:ext cx="5852160" cy="1188720"/>
          </a:xfrm>
          <a:prstGeom prst="roundRect">
            <a:avLst>
              <a:gd name="adj" fmla="val 6154"/>
            </a:avLst>
          </a:prstGeom>
          <a:solidFill>
            <a:srgbClr val="E8F4F1"/>
          </a:solidFill>
          <a:ln w="12700">
            <a:solidFill>
              <a:srgbClr val="D7DE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7BD">
                <a:alpha val="2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731520" y="6510528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layer: customer, policy, document, call_transcript.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of the sample can run on it.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02920" y="824788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Use Case Portfolio Analyzer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669280" y="8247888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8/10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8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731520"/>
            <a:ext cx="5852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500" b="1" dirty="0">
                <a:solidFill>
                  <a:srgbClr val="0F1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real, what is invented, what is a judgement.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2194560"/>
            <a:ext cx="58521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7BD">
                <a:alpha val="2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2359152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E8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69748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F1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ontology, the gates, the deterministic score, the shared-layer maths.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3886200"/>
            <a:ext cx="58521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7BD">
                <a:alpha val="2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4050792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INVENTED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31520" y="438912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F1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12 use cases and the 1 to 5 values. Synthetic, not employer data.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5577840"/>
            <a:ext cx="58521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7BD">
                <a:alpha val="2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31520" y="5742432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JUDGEMENT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31520" y="608076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F1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weights, the bucket rules, and the simplified risk tiers.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" y="722376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portfolio tool only works if readers can tell the three apart.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2920" y="824788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Use Case Portfolio Analyzer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669280" y="8247888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9/10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737360"/>
            <a:ext cx="5852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model is the easy part.</a:t>
            </a:r>
            <a:endParaRPr lang="en-US" sz="3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agreement is the work.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02920" y="452628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Use Case Portfolio Analyzer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02920" y="502920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github.com/noxnoxdata/ai-use-case-portfolio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585216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Bridget Moh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694944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Arguing with a dictionary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824788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Use Case Portfolio Analyzer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669280" y="8247888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AI words I was nodding along to</dc:title>
  <dc:subject>PptxGenJS Presentation</dc:subject>
  <dc:creator>Bridget Moh</dc:creator>
  <cp:lastModifiedBy>Bridget Moh</cp:lastModifiedBy>
  <cp:revision>1</cp:revision>
  <dcterms:created xsi:type="dcterms:W3CDTF">2026-10-17T10:05:30Z</dcterms:created>
  <dcterms:modified xsi:type="dcterms:W3CDTF">2026-10-17T10:05:30Z</dcterms:modified>
</cp:coreProperties>
</file>