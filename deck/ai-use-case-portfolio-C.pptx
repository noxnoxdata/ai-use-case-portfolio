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deck. It walks the data contract, the ontology, the pipeline, the gate logic, the score, the shared-layer algorithm, and the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ontology is small on purpose. Six classes, seven properties. It is enough to drive validation, gating, and the shared-layer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engineering decision: the ontology is the control plane. Everything else reads from it. That is why this is extensible.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CSV is the only input format. required_entities is optional; if it is missing, entities are derived from the data sources using the ontology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deliberately linear and deterministic. Gates before scoring. The shared layer runs after triage but does not affect the buckets.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governance idea in twelve lines. The gate sets the bucket directly. Scoring never runs for a held case in a way that could move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 is simple on purpose. The important part is that every case prints its breakdown. Transparency is the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tells you what is common. The greedy cover tells you the smallest set that reaches the most. That is the recommended shared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outputs: the markdown report, the single-file dashboard, and the portable SKILL.md. Same method across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honestly. The extension points are real. The weights and tiers are not validated.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Use Case Portfolio Analyzer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contract, the gates, the scoring, and the shared-layer algorithm.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 ·  no dependencies  ·  local model optional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ontology names six classes and seven properties.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AIUseCase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unit being governed.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accountable person.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approved system the use case may read.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business object such as customer or document.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moderate, high, critical.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Human-in-the-loop, monitoring.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Now, Next, Later, Hold.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connect them: hasBusinessOwner, readsFrom, requiresEntity, providesEntity, hasRiskTier, hasControl, assignedToBucket.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ontology is not documentation. It is the control plane.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live in the ontology, so the gate reads them rather than hard-coding them.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gates reference properties: named owner, human-in-the-loop, monitoring, approved source.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data sources are data, not code, so the policy can change without a release.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map to entities, which is what makes the shared-layer analysis possible.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ontology and the behaviour changes. The analyser stays the same.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use case.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UC-001, Policy Q&amp;A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business_unit, 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Compliance, Aisyah Rahman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semicolon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policy_repository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value, feasibility, data_readiness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5, 5, 5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effort_weeks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human_in_loop,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or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required_entities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semicolon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policy;regulatory_change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Validate, gate, score, bucket, shared layer.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gates, sources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owners, risk, entities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3464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4436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4436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tiers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2569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8172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control, source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305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908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1908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100, explained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0041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5644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5644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/ Next / Later / Hold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37776" y="2857500"/>
            <a:ext cx="12801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0" y="233172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93808" y="2478024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layer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893808" y="28346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reuse + cover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87168" y="2743200"/>
            <a:ext cx="31089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pure function. The order matters: gates run before scoring, always.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forces Hold, with the reason attached.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3657600"/>
          </a:xfrm>
          <a:prstGeom prst="roundRect">
            <a:avLst>
              <a:gd name="adj" fmla="val 1750"/>
            </a:avLst>
          </a:prstGeom>
          <a:solidFill>
            <a:srgbClr val="0F1E46"/>
          </a:solidFill>
          <a:ln w="12700">
            <a:solidFill>
              <a:srgbClr val="0F1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uc in cases: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gaps = []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uc.risk_tier &gt;= 3: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uc.has_named_owner: gaps.append('no named business owner')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uc.human_in_loop:  gaps.append('no human-in-the-loop control')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uc.monitoring:     gaps.append('no monitoring plan')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unknown = [s for s in uc.data_sources if s not in approved]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unknown: gaps.append('unapproved data source: ' + ', '.join(unknown))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gaps: bucket = 'Hold'   # a high score cannot rescue this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Weighted, deterministic, and explainable.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E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value/5*40 + readiness/5*25 + feasibility/5*20 + (5-risk)/4*15 - effort/52*10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92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business case.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readiness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actually run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build it now.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risk earns more.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to 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builds are penalised.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prints its breakdown, so the number is arguable on the evidence, not on the model.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SHARED-LAYER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reuse, then a greedy cover.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035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entity_to_cases: for each use case, its required entities.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entities by reuse (how many use cases need them).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cover: repeatedly pick the entity that covers the most uncovered use cases.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every use case is covered, or no entity adds coverage.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coverage and any use cases left outside the layer.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call_transcript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394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 is not the same as the ranking. Customer covers seven cases; policy adds the three that do not touch customer.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artifacts, one method.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portfolio-report.md. Summary, ranked table, shared layer, gaps, score breakdowns.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657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portfolio.html. A single file, no dependencies. Four buckets plus the shared-layer panel.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3657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SKILL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skills/ai-use-case-portfolio/SKILL.md. The same method, portable to Copilot or any agent.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AND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easy to add, and what is not proven.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Portfolio Analyzer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3474720"/>
          </a:xfrm>
          <a:prstGeom prst="roundRect">
            <a:avLst>
              <a:gd name="adj" fmla="val 1842"/>
            </a:avLst>
          </a:prstGeom>
          <a:solidFill>
            <a:srgbClr val="E8F4F1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fields: add to the CSV and ontology together.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gates: add to governance_gaps and the ontology.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weights: one function, compute_score.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sources: a data source to entity mapping.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474720"/>
          </a:xfrm>
          <a:prstGeom prst="roundRect">
            <a:avLst>
              <a:gd name="adj" fmla="val 1842"/>
            </a:avLst>
          </a:prstGeom>
          <a:solidFill>
            <a:srgbClr val="FBEDE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are a judgement, not validated.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and readiness are self-reported.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are simplified.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certified AI inventory.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1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is the contribution. The numbers need calibration before anyone relies on them.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Case Portfolio Analyzer: technical walkthrough</dc:title>
  <dc:subject>PptxGenJS Presentation</dc:subject>
  <dc:creator>Bridget Moh</dc:creator>
  <cp:lastModifiedBy>Bridget Moh</cp:lastModifiedBy>
  <cp:revision>1</cp:revision>
  <dcterms:created xsi:type="dcterms:W3CDTF">2026-10-17T09:24:47Z</dcterms:created>
  <dcterms:modified xsi:type="dcterms:W3CDTF">2026-10-17T09:24:47Z</dcterms:modified>
</cp:coreProperties>
</file>