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portfolio piece. One line: many AI ideas, one governed portfolio, one shared data foundation. The score is not the point. The ontology and the gates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not a shortage of ideas. It is a shortage of triage. Four symptoms: divergent vocabulary, governance after the fact, quick wins buried, and no shared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philosophical core. A score is an opinion with a decimal point. Gates are rules. Put the gates first, then score what survives.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inputs: the ontology and the use case list. Then validate, gate, score, bucket, and find the shared layer. The ontology drives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use cases, same portfolio. Policy Q&amp;A sails through. Credit Memo has a decent score and still stops, because three controls are missing. That is the difference between a prioritisation exercise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buckets are rules, not vibes. Now is a quick win with no gaps. Hold is any gap. The counts here are from the synthetic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reuse is the insight. Customer appears in seven of twelve use cases. The greedy cover picks customer, policy, document, and call_transcript, and covers the whole portfolio. One foundation instead of twelve.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deliberate. Synthetic data, self-reported scores, and weights that are a judgement call. Naming the limits is what makes the rest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repo. The point is the pattern, not the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Use Case Portfolio Analyzer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AI idea sprawl into a governed portfolio, with one shared data foundation underneath.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 ·  Governance gates  ·  Deterministic triage  ·  Shared layer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team brings AI ideas. Almost nobody can triage them.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02996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VOCABULARY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Customer, risk, and value mean five different things across teams.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202996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LAST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73952" y="2377440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are applied after the build, if they are applied at all.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399592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BURIED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" y="4343400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value and high risk sit side by side with no shared standard.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73952" y="399592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FOUNDATION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73952" y="4343400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use case rebuilds the same data, again and again.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is not a better score. It is a shared vocabulary and hard gates.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3840480"/>
          </a:xfrm>
          <a:prstGeom prst="roundRect">
            <a:avLst>
              <a:gd name="adj" fmla="val 1667"/>
            </a:avLst>
          </a:prstGeom>
          <a:solidFill>
            <a:srgbClr val="FBEDEA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invites arguing.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can be scored upward.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a bad idea from winning.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the authority.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3840480"/>
          </a:xfrm>
          <a:prstGeom prst="roundRect">
            <a:avLst>
              <a:gd name="adj" fmla="val 1667"/>
            </a:avLst>
          </a:prstGeom>
          <a:solidFill>
            <a:srgbClr val="E8F4F1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PLUS GATES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meaning first.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gates before any score.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control cannot be out-scored.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is the authority.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score orders what is allowed. It never overrides what is required.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pipeline, driven by the ontology.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920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gates, sources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920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CSV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owners, risk, entities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34640" y="233172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44368" y="247802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44368" y="2834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and tiers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25696" y="2857500"/>
            <a:ext cx="12801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233172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81728" y="247802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81728" y="2834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control, source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63056" y="2857500"/>
            <a:ext cx="12801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233172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9088" y="247802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19088" y="2834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100, explained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00416" y="2857500"/>
            <a:ext cx="12801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46720" y="233172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56448" y="247802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56448" y="2834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/ Next / Later / Hold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637776" y="2857500"/>
            <a:ext cx="12801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84080" y="233172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93808" y="247802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layer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893808" y="2834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reuse + cover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87168" y="2743200"/>
            <a:ext cx="31089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ontology is the source of truth. Change the gates or the approved sources, and the behaviour changes without rewriting the tool.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 score cannot rescue a missing control.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22960"/>
                <a:gridCol w="1005840"/>
                <a:gridCol w="475488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Q&amp;A 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Document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Memo Summarizer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TBD, no monitoring, unapproved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Clause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0624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FBEDEA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43708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Credit Memo scores 69 and still stops. Risk tier 3, no named owner, no monitoring, and an unapproved source. The gate holds the line, not the number.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buckets, each with a clear rule.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51760" cy="393192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0299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49808" y="315468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70+, readiness 4+, value 3+, effort 12 weeks or less, no gaps.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45720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Q&amp;A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Search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01568" y="1828800"/>
            <a:ext cx="2651760" cy="393192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02736" y="20299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602736" y="315468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55+, no gaps.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02736" y="45720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Forecasting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Triage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54496" y="1828800"/>
            <a:ext cx="2651760" cy="393192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55664" y="20299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19088" y="228600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55664" y="315468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gaps, but low score or low readiness.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55664" y="45720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Dashboard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07424" y="1828800"/>
            <a:ext cx="2651760" cy="393192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08592" y="20299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72016" y="228600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308592" y="315468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governance gap, regardless of score.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08592" y="457200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Memo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Clause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use cases, one foundation.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920240"/>
            <a:ext cx="5669280" cy="201168"/>
          </a:xfrm>
          <a:prstGeom prst="roundRect">
            <a:avLst>
              <a:gd name="adj" fmla="val 31818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920240"/>
            <a:ext cx="3307080" cy="201168"/>
          </a:xfrm>
          <a:prstGeom prst="roundRect">
            <a:avLst>
              <a:gd name="adj" fmla="val 31818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call_transcript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2633472"/>
            <a:ext cx="5669280" cy="201168"/>
          </a:xfrm>
          <a:prstGeom prst="roundRect">
            <a:avLst>
              <a:gd name="adj" fmla="val 31818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633472"/>
            <a:ext cx="1889760" cy="201168"/>
          </a:xfrm>
          <a:prstGeom prst="roundRect">
            <a:avLst>
              <a:gd name="adj" fmla="val 31818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255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3346704"/>
            <a:ext cx="5669280" cy="201168"/>
          </a:xfrm>
          <a:prstGeom prst="roundRect">
            <a:avLst>
              <a:gd name="adj" fmla="val 31818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3346704"/>
            <a:ext cx="1889760" cy="201168"/>
          </a:xfrm>
          <a:prstGeom prst="roundRect">
            <a:avLst>
              <a:gd name="adj" fmla="val 31818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3255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968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4059936"/>
            <a:ext cx="5669280" cy="201168"/>
          </a:xfrm>
          <a:prstGeom prst="roundRect">
            <a:avLst>
              <a:gd name="adj" fmla="val 31818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4059936"/>
            <a:ext cx="1889760" cy="201168"/>
          </a:xfrm>
          <a:prstGeom prst="roundRect">
            <a:avLst>
              <a:gd name="adj" fmla="val 31818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968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4773168"/>
            <a:ext cx="5669280" cy="201168"/>
          </a:xfrm>
          <a:prstGeom prst="roundRect">
            <a:avLst>
              <a:gd name="adj" fmla="val 31818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4773168"/>
            <a:ext cx="1417320" cy="201168"/>
          </a:xfrm>
          <a:prstGeom prst="roundRect">
            <a:avLst>
              <a:gd name="adj" fmla="val 31818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681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52560" y="1828800"/>
            <a:ext cx="2651760" cy="3200400"/>
          </a:xfrm>
          <a:prstGeom prst="roundRect">
            <a:avLst>
              <a:gd name="adj" fmla="val 2414"/>
            </a:avLst>
          </a:prstGeom>
          <a:solidFill>
            <a:srgbClr val="E8F4F1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354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35440" y="23774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call_transcript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3544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the entities, then the sources. The shared layer is the foundation every use case can stand 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real, what is invented, what is a judgement.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ontology, the gates, the deterministic score, and the shared-layer maths.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twelve use cases and the 1 to 5 values. Synthetic, not employer data.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weights, the bucket rules, and the simplified risk tiers.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portfolio tool only works if readers can tell the three apart.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Use Case Portfolio Analyzer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Ontology, gates, triage, and a shared data layer. A small tool that shows the pattern.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Bridget Moh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github.com/noxnoxdata/ai-use-case-portfolio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portfolio exploring the knowledge and governance foundation for AI in regulated organisations.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 Case Portfolio Analyzer</dc:title>
  <dc:subject>PptxGenJS Presentation</dc:subject>
  <dc:creator>Bridget Moh</dc:creator>
  <cp:lastModifiedBy>Bridget Moh</cp:lastModifiedBy>
  <cp:revision>1</cp:revision>
  <dcterms:created xsi:type="dcterms:W3CDTF">2026-10-17T09:24:46Z</dcterms:created>
  <dcterms:modified xsi:type="dcterms:W3CDTF">2026-10-17T09:24:46Z</dcterms:modified>
</cp:coreProperties>
</file>